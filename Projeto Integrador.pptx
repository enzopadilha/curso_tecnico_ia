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62" r:id="rId4"/>
    <p:sldId id="263" r:id="rId5"/>
    <p:sldId id="264" r:id="rId6"/>
    <p:sldId id="260" r:id="rId7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07/05/2026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07/05/2026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39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41E8-E37B-1DB1-619F-6B3252B1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A2F4D8-E16A-F62A-A908-41420DD60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6CC37D-07CA-95C1-AA2E-77C3B8251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D49400-7419-2451-CA1C-21E88FD95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522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734EB-D8C9-659B-728E-AADAC71B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629E76-2859-C071-FA9A-1351AB9F3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DA5A9D-990D-0417-199B-41B43C9AD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2B21CB-0001-9884-5A86-DDCFAD773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782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55E2-29D3-ECED-702F-003CBC0D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8DD49D-A826-F568-647A-F578AAA60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E62A42-FDE2-F959-5A96-3F8F3C56C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C5004-92F3-1541-B463-FBBDA8849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296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07/05/2026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eCJph1LX3_EYSkMj9zwEVLuYHG7GJ7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>
                <a:solidFill>
                  <a:schemeClr val="bg1"/>
                </a:solidFill>
              </a:rPr>
              <a:t>Projeto Integrador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7CEBFF"/>
                </a:solidFill>
              </a:rPr>
              <a:t>Enzo, Cristiano, Raimundo e Dilma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Problema</a:t>
            </a:r>
          </a:p>
        </p:txBody>
      </p:sp>
      <p:pic>
        <p:nvPicPr>
          <p:cNvPr id="11" name="Espaço Reservado para Conteúdo 4" descr="Gráfico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DCC838-CA9D-CB8C-5B65-4099F334BA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Dificuldade e o tempo gasto para extrair informações manualmente de múltiplos arquivos XML de notas fiscais eletrônicas.</a:t>
            </a:r>
          </a:p>
          <a:p>
            <a:r>
              <a:rPr lang="pt-BR" dirty="0"/>
              <a:t>Automação de tarefas.</a:t>
            </a:r>
          </a:p>
          <a:p>
            <a:r>
              <a:rPr lang="pt-BR" dirty="0"/>
              <a:t>Integração com outros sistemas médicos.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15FD-B888-65A7-100A-25E948B7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F0C3D-A5C1-6137-5FF5-AD6450E3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Tecnologia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602067-0A0B-C7D0-C781-C2517CF5BB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A linguagem utilizada para esse projeto foi o Python.</a:t>
            </a:r>
          </a:p>
          <a:p>
            <a:r>
              <a:rPr lang="pt-BR" dirty="0"/>
              <a:t>Pandas como uma forte biblioteca para manipulação de dados.</a:t>
            </a:r>
          </a:p>
          <a:p>
            <a:r>
              <a:rPr lang="pt-BR" dirty="0" err="1"/>
              <a:t>ElementTree</a:t>
            </a:r>
            <a:r>
              <a:rPr lang="pt-BR" dirty="0"/>
              <a:t> para a leitura dos arquivos XML.</a:t>
            </a:r>
          </a:p>
          <a:p>
            <a:pPr lvl="1"/>
            <a:r>
              <a:rPr lang="pt-BR" dirty="0"/>
              <a:t>A estrutura de um XML é baseada em uma árvore hierárquica composta por </a:t>
            </a:r>
            <a:r>
              <a:rPr lang="pt-BR" dirty="0" err="1"/>
              <a:t>tags</a:t>
            </a:r>
            <a:r>
              <a:rPr lang="pt-BR" dirty="0"/>
              <a:t>, elementos e atributos, encapsulados por um único elemento raiz.</a:t>
            </a:r>
          </a:p>
        </p:txBody>
      </p:sp>
      <p:pic>
        <p:nvPicPr>
          <p:cNvPr id="1028" name="Picture 4" descr="Python Pandas Tutorial for Beginners">
            <a:extLst>
              <a:ext uri="{FF2B5EF4-FFF2-40B4-BE49-F238E27FC236}">
                <a16:creationId xmlns:a16="http://schemas.microsoft.com/office/drawing/2014/main" id="{1B4F64B5-3A2A-B8C5-8B8A-3CE4DC7BE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1" y="4333000"/>
            <a:ext cx="3533609" cy="198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I Used the lxml Library to Parse XML 20x Faster in Python — Nick  Janetakis">
            <a:extLst>
              <a:ext uri="{FF2B5EF4-FFF2-40B4-BE49-F238E27FC236}">
                <a16:creationId xmlns:a16="http://schemas.microsoft.com/office/drawing/2014/main" id="{E96A6287-6B60-BB42-D1CB-B6D8CAC6F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1" y="1924595"/>
            <a:ext cx="3913150" cy="220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07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0D328-9E0F-E186-426F-85DCE749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2C221-0B5F-4BCF-5EB1-58A57F76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script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A39F81-326C-18AA-ED0F-79F2C5DDF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Instalar bibliotecas como a </a:t>
            </a:r>
            <a:r>
              <a:rPr lang="pt-BR" i="1" dirty="0" err="1"/>
              <a:t>openpyxl</a:t>
            </a:r>
            <a:r>
              <a:rPr lang="pt-BR" i="1" dirty="0"/>
              <a:t> </a:t>
            </a:r>
            <a:r>
              <a:rPr lang="pt-BR" dirty="0"/>
              <a:t>para permitir a exportação final para Excel.</a:t>
            </a:r>
          </a:p>
          <a:p>
            <a:r>
              <a:rPr lang="pt-BR" dirty="0"/>
              <a:t>O código permite carregar vários arquivos simultaneamente.</a:t>
            </a:r>
          </a:p>
          <a:p>
            <a:r>
              <a:rPr lang="pt-BR" dirty="0"/>
              <a:t>Uso de funções para garantir que campos vazios ou erros de conversão não quebrem o fluxo.</a:t>
            </a:r>
          </a:p>
          <a:p>
            <a:r>
              <a:rPr lang="pt-BR" dirty="0"/>
              <a:t>Transformação de dados brutos em um </a:t>
            </a:r>
            <a:r>
              <a:rPr lang="pt-BR" dirty="0" err="1"/>
              <a:t>DataFrame</a:t>
            </a:r>
            <a:r>
              <a:rPr lang="pt-BR" dirty="0"/>
              <a:t> que pode ser visualizado e exportado facilmente.</a:t>
            </a:r>
          </a:p>
          <a:p>
            <a:r>
              <a:rPr lang="pt-BR" b="1" dirty="0">
                <a:hlinkClick r:id="rId3"/>
              </a:rPr>
              <a:t>https://colab.research.google.com/drive/1eCJph1LX3_EYSkMj9zwEVLuYHG7GJ7ma</a:t>
            </a:r>
            <a:endParaRPr lang="pt-BR" b="1" dirty="0"/>
          </a:p>
        </p:txBody>
      </p:sp>
      <p:pic>
        <p:nvPicPr>
          <p:cNvPr id="2050" name="Picture 2" descr="How to Create Better UI for Your Python Scripts | by Howard Tucan | The  Startup | Medium">
            <a:extLst>
              <a:ext uri="{FF2B5EF4-FFF2-40B4-BE49-F238E27FC236}">
                <a16:creationId xmlns:a16="http://schemas.microsoft.com/office/drawing/2014/main" id="{CC0887D2-7475-4C66-2DE1-60AD53839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1" y="2228004"/>
            <a:ext cx="5499734" cy="363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81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766B-4A40-B75E-0319-37D14705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5DE6C-882D-9819-4196-4A62E312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Projetando o futuro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8EBD34-6EF5-B189-9CBE-EBE51FACD7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Esse projeto servirá de base para um projeto complementar de orçamento para procedimentos médicos considerando outras variáveis:</a:t>
            </a:r>
          </a:p>
          <a:p>
            <a:pPr lvl="1"/>
            <a:r>
              <a:rPr lang="pt-BR" dirty="0"/>
              <a:t>Aluguel, condomínio, honorário médico, energia, internet e telefone, equipe de apoio, equipamentos utilizados, insumos, esterilização, contratos, entre outros.</a:t>
            </a:r>
          </a:p>
          <a:p>
            <a:pPr lvl="1"/>
            <a:r>
              <a:rPr lang="pt-BR" dirty="0"/>
              <a:t>Objetivo final:  sistema orçamentário para procedimentos médicos.</a:t>
            </a:r>
          </a:p>
          <a:p>
            <a:pPr marL="324000" lvl="1" indent="0">
              <a:buNone/>
            </a:pPr>
            <a:endParaRPr lang="pt-BR" dirty="0"/>
          </a:p>
        </p:txBody>
      </p:sp>
      <p:sp>
        <p:nvSpPr>
          <p:cNvPr id="3" name="AutoShape 2" descr="Um olhar avançado sobre o futuro tecnológico: a IA dos próximos anos - IT  Forum">
            <a:extLst>
              <a:ext uri="{FF2B5EF4-FFF2-40B4-BE49-F238E27FC236}">
                <a16:creationId xmlns:a16="http://schemas.microsoft.com/office/drawing/2014/main" id="{EE568648-7E3F-BCC2-586A-6D533FF8F4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52344" y="3276600"/>
            <a:ext cx="3496056" cy="349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Um olhar avançado sobre o futuro tecnológico: a IA dos próximos anos - IT  Forum">
            <a:extLst>
              <a:ext uri="{FF2B5EF4-FFF2-40B4-BE49-F238E27FC236}">
                <a16:creationId xmlns:a16="http://schemas.microsoft.com/office/drawing/2014/main" id="{33ABFA29-B699-E426-2ABB-F8448F158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08A1C73-7EDF-379E-0AB4-F82237F34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2228004"/>
            <a:ext cx="5422393" cy="36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9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pt-BR" dirty="0">
              <a:solidFill>
                <a:schemeClr val="bg2"/>
              </a:solidFill>
            </a:endParaRPr>
          </a:p>
          <a:p>
            <a:pPr rtl="0"/>
            <a:endParaRPr lang="pt-BR" dirty="0">
              <a:solidFill>
                <a:schemeClr val="bg2"/>
              </a:solidFill>
            </a:endParaRP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{43DAA510-0A91-4E3A-9E37-F6823222C9EF}TF9cd6fad6-da1d-416b-8dc8-a086cd1045b136a2ac61_win32-213b552fe10f</Template>
  <TotalTime>142</TotalTime>
  <Words>228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Personalizado</vt:lpstr>
      <vt:lpstr>Projeto Integrador</vt:lpstr>
      <vt:lpstr>Problema</vt:lpstr>
      <vt:lpstr>Tecnologia </vt:lpstr>
      <vt:lpstr>script</vt:lpstr>
      <vt:lpstr>Projetando o futuro 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</dc:title>
  <dc:creator>HUB-UNB - Enzo Rodrigues Padilha</dc:creator>
  <cp:lastModifiedBy>Enzo Rodrigues Padilha</cp:lastModifiedBy>
  <cp:revision>4</cp:revision>
  <dcterms:created xsi:type="dcterms:W3CDTF">2026-05-07T16:47:47Z</dcterms:created>
  <dcterms:modified xsi:type="dcterms:W3CDTF">2026-05-07T22:25:42Z</dcterms:modified>
</cp:coreProperties>
</file>